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1EF6F-5AA8-A8DD-1024-46E6AEE8F7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28B05-4F26-0FB6-E2C9-430626AF9B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A7A90-A680-A93B-62AC-0680457C3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D5284-BB10-2A62-FB0C-82268D77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5FE71-9E51-2882-CF92-1AA542EE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279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D326D-5468-071B-D685-D65BECDC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4900B-57E3-7633-D687-A7ED6A1D1B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EEE8D9-5063-39E0-DDD9-A0DB54B0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2DB8B-945B-F9BB-4CC5-E286CD3F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477F-15EE-5586-DA6B-1B72DFC2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81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38CB5-9304-7579-BAD7-53BE48734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8EA2-9C5F-7DE2-12BB-76CF4ED7B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BDBD1-578C-13E2-055B-E5D31B93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9CF820-462A-9559-44C1-BCF8E059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7B0A0-9305-45BE-9E9E-5FDA1149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74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A424E-5DF9-D503-F37A-753FE2E6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CFC54-A209-E119-D35B-E362FC0C61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2A1E6B-2572-D264-BE80-24B1336CD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4E66E-BC7C-7682-7106-8135E0A2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F33F4-910C-91CD-1B24-B31FD7CAE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A56CD-D32C-F65B-E9C5-EB8C0122F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04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14C61-AB75-6FF1-2B86-930C82DD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3EC2C-0E63-091C-6E6D-EBCB00F87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071E0-C572-A018-8970-512225D998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81B905-E2F5-5771-CC94-57544E15EE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206A31-9BEB-3168-5C4A-0C45D85F90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90BAE-A7A2-9154-EE20-432ECC14F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3E705F-92A7-2112-69BC-F193B0FB2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D9D88E-67B7-97AE-9EC7-5023CBAF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09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D62A-1FAB-BD64-B128-F009A611E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00E93-123D-84E6-3059-B70201F3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22FE40-8984-0F22-B354-0C29CECA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EABDE-7231-EFE3-C973-95515552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0093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8C1C3A-C398-62B6-7E5B-BCBA57C3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22D5D-5816-54A9-7CD4-F452AFF22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59137-5A82-50A9-4A67-8FEB9F32C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3657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1B3D-7D4E-930A-F335-795BCC75B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4EBE-459E-B13D-48DF-4111DCF1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804EA-F7BD-780C-E513-E14D46BC0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58C10-BC7B-5787-D178-6F9147947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CF6C7-248B-D481-BF83-67C0926E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D8650-A0F5-9A10-5A0B-A9171486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71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EBA4-B992-7B1C-A531-1A0D0F0B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024DED-75C3-A093-B0AA-71D22DE14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23DCE-A9B1-A321-E020-F6096FBE73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3A314-42B3-73E0-7EDD-8B17FB95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B8326-C2FF-D82E-0C65-6F16A0E9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9A3FF-D743-0EF0-122B-6736188F3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085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DB00-F8A5-33A5-0BD1-1F5973CB8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4CF46A-C5BF-CC35-7399-0D648DA70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A76A32-7B73-3407-BD33-043C8C2B7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8F488-7D82-1632-D3A0-85EB84C2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CF3D5-D683-3765-E29E-4782A968E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2544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26967-855E-EA85-E6E3-A9BAFA221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385F-1001-EFD4-1C73-385DF09676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02D4E-0081-2DF2-3B3E-8461020F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EAE41-0680-C35D-5340-2C6D1D087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69B6-4547-5DD9-2221-8BEA2A1C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09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B70CAB-F747-E80F-D821-A327DC459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5F555D-0F16-4A38-46C3-8EBCCAFF42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F365F-F0DB-0FE2-DB83-A81FD3001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2BA09-CF7C-406A-A98E-801C819E31FA}" type="datetimeFigureOut">
              <a:rPr lang="en-GB" smtClean="0"/>
              <a:t>28/12/2025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3FCE86-B600-1B6E-E41A-ABCBDC48B7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11CC8-8FCD-D511-E04A-C6238B4644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87F2F-FEBB-4A9F-9ABD-F4D09848F5D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2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536E0-9614-CBD6-3E59-4FB6CF63CD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855298-98BC-2BE0-D49B-DEE84CF20B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480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B9A0-5700-9238-E90E-DC9450987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621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826E-4256-754A-B300-86A3D4195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2400" b="1" dirty="0"/>
              <a:t>Figure X. Integrated radar plot showing diet-level performance across three physiological systems.</a:t>
            </a:r>
            <a:endParaRPr lang="en-GB" sz="2400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6389860-AB20-4278-BD52-E493EF181F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276" r="7276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2BBFF-5D8B-6C3F-4619-2B68AE858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Scores represent standardized means for RBC/oxygen capacity (right axis), lipid health (bottom axis; higher = healthier lipid profile), and immune stress (left axis; higher = lower stress, derived from −scaled NLR). T2 shows the best lipid metabolic profile, extending farthest along the lipid axis. T4 displays the strongest </a:t>
            </a:r>
            <a:r>
              <a:rPr lang="en-GB" dirty="0" err="1"/>
              <a:t>erythrogram</a:t>
            </a:r>
            <a:r>
              <a:rPr lang="en-GB" dirty="0"/>
              <a:t> response, with the highest RBC/oxygen score. Immune stress shows an unexpected but data-supported pattern: T1 has the highest immune health score, followed by T4 and T3, while T2 shows the highest relative immune stress. Each diet forms a distinct physiological signature across systems, demonstrating diet-specific effects. 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5DB85D28-6359-3C8A-AF18-6B5D3517E1DB}"/>
              </a:ext>
            </a:extLst>
          </p:cNvPr>
          <p:cNvSpPr/>
          <p:nvPr/>
        </p:nvSpPr>
        <p:spPr>
          <a:xfrm rot="16200000">
            <a:off x="8332470" y="3257550"/>
            <a:ext cx="514350" cy="4930902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1272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insects and their components&#10;&#10;AI-generated content may be incorrect.">
            <a:extLst>
              <a:ext uri="{FF2B5EF4-FFF2-40B4-BE49-F238E27FC236}">
                <a16:creationId xmlns:a16="http://schemas.microsoft.com/office/drawing/2014/main" id="{5B913235-AB5D-02D4-DFD8-F3B339B6A6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57" y="990045"/>
            <a:ext cx="4180113" cy="34820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A7331D-2204-FB5B-30BF-26F7C3432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87961"/>
            <a:ext cx="38862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62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16374</TotalTime>
  <Words>133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Figure X. Integrated radar plot showing diet-level performance across three physiological systems.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Chia, Shaphan</dc:creator>
  <cp:lastModifiedBy>Chia, Shaphan</cp:lastModifiedBy>
  <cp:revision>3</cp:revision>
  <dcterms:created xsi:type="dcterms:W3CDTF">2025-11-17T17:24:29Z</dcterms:created>
  <dcterms:modified xsi:type="dcterms:W3CDTF">2026-01-01T17:38:31Z</dcterms:modified>
</cp:coreProperties>
</file>